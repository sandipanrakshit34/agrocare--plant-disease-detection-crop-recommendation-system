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3" r:id="rId2"/>
    <p:sldId id="274" r:id="rId3"/>
    <p:sldId id="269" r:id="rId4"/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330" y="31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ir Bhadra" userId="7b0a5e52c2d2fb26" providerId="LiveId" clId="{32CD2339-F8E4-482A-9013-0C173CCDB5C0}"/>
    <pc:docChg chg="custSel addSld modSld">
      <pc:chgData name="Subir Bhadra" userId="7b0a5e52c2d2fb26" providerId="LiveId" clId="{32CD2339-F8E4-482A-9013-0C173CCDB5C0}" dt="2025-04-30T17:05:33.598" v="316"/>
      <pc:docMkLst>
        <pc:docMk/>
      </pc:docMkLst>
      <pc:sldChg chg="modSp mod">
        <pc:chgData name="Subir Bhadra" userId="7b0a5e52c2d2fb26" providerId="LiveId" clId="{32CD2339-F8E4-482A-9013-0C173CCDB5C0}" dt="2025-04-30T16:56:14.116" v="94" actId="14100"/>
        <pc:sldMkLst>
          <pc:docMk/>
          <pc:sldMk cId="0" sldId="257"/>
        </pc:sldMkLst>
        <pc:spChg chg="mod">
          <ac:chgData name="Subir Bhadra" userId="7b0a5e52c2d2fb26" providerId="LiveId" clId="{32CD2339-F8E4-482A-9013-0C173CCDB5C0}" dt="2025-04-30T16:55:41.841" v="16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Subir Bhadra" userId="7b0a5e52c2d2fb26" providerId="LiveId" clId="{32CD2339-F8E4-482A-9013-0C173CCDB5C0}" dt="2025-04-30T16:56:07.862" v="93" actId="1036"/>
          <ac:spMkLst>
            <pc:docMk/>
            <pc:sldMk cId="0" sldId="257"/>
            <ac:spMk id="10" creationId="{00000000-0000-0000-0000-000000000000}"/>
          </ac:spMkLst>
        </pc:spChg>
        <pc:picChg chg="mod">
          <ac:chgData name="Subir Bhadra" userId="7b0a5e52c2d2fb26" providerId="LiveId" clId="{32CD2339-F8E4-482A-9013-0C173CCDB5C0}" dt="2025-04-30T16:56:14.116" v="94" actId="14100"/>
          <ac:picMkLst>
            <pc:docMk/>
            <pc:sldMk cId="0" sldId="257"/>
            <ac:picMk id="5" creationId="{00000000-0000-0000-0000-000000000000}"/>
          </ac:picMkLst>
        </pc:picChg>
      </pc:sldChg>
      <pc:sldChg chg="modSp mod">
        <pc:chgData name="Subir Bhadra" userId="7b0a5e52c2d2fb26" providerId="LiveId" clId="{32CD2339-F8E4-482A-9013-0C173CCDB5C0}" dt="2025-04-30T16:59:42.552" v="240" actId="14100"/>
        <pc:sldMkLst>
          <pc:docMk/>
          <pc:sldMk cId="0" sldId="263"/>
        </pc:sldMkLst>
        <pc:spChg chg="mod">
          <ac:chgData name="Subir Bhadra" userId="7b0a5e52c2d2fb26" providerId="LiveId" clId="{32CD2339-F8E4-482A-9013-0C173CCDB5C0}" dt="2025-04-30T16:58:25.837" v="178" actId="1035"/>
          <ac:spMkLst>
            <pc:docMk/>
            <pc:sldMk cId="0" sldId="263"/>
            <ac:spMk id="2" creationId="{00000000-0000-0000-0000-000000000000}"/>
          </ac:spMkLst>
        </pc:spChg>
        <pc:spChg chg="mod">
          <ac:chgData name="Subir Bhadra" userId="7b0a5e52c2d2fb26" providerId="LiveId" clId="{32CD2339-F8E4-482A-9013-0C173CCDB5C0}" dt="2025-04-30T16:59:13.593" v="207" actId="403"/>
          <ac:spMkLst>
            <pc:docMk/>
            <pc:sldMk cId="0" sldId="263"/>
            <ac:spMk id="3" creationId="{00000000-0000-0000-0000-000000000000}"/>
          </ac:spMkLst>
        </pc:spChg>
        <pc:spChg chg="mod">
          <ac:chgData name="Subir Bhadra" userId="7b0a5e52c2d2fb26" providerId="LiveId" clId="{32CD2339-F8E4-482A-9013-0C173CCDB5C0}" dt="2025-04-30T16:59:42.552" v="240" actId="14100"/>
          <ac:spMkLst>
            <pc:docMk/>
            <pc:sldMk cId="0" sldId="263"/>
            <ac:spMk id="7" creationId="{00000000-0000-0000-0000-000000000000}"/>
          </ac:spMkLst>
        </pc:spChg>
        <pc:picChg chg="mod">
          <ac:chgData name="Subir Bhadra" userId="7b0a5e52c2d2fb26" providerId="LiveId" clId="{32CD2339-F8E4-482A-9013-0C173CCDB5C0}" dt="2025-04-30T16:59:21.027" v="208" actId="14100"/>
          <ac:picMkLst>
            <pc:docMk/>
            <pc:sldMk cId="0" sldId="263"/>
            <ac:picMk id="4" creationId="{00000000-0000-0000-0000-000000000000}"/>
          </ac:picMkLst>
        </pc:picChg>
        <pc:picChg chg="mod">
          <ac:chgData name="Subir Bhadra" userId="7b0a5e52c2d2fb26" providerId="LiveId" clId="{32CD2339-F8E4-482A-9013-0C173CCDB5C0}" dt="2025-04-30T16:59:36.735" v="239" actId="1037"/>
          <ac:picMkLst>
            <pc:docMk/>
            <pc:sldMk cId="0" sldId="263"/>
            <ac:picMk id="9" creationId="{00000000-0000-0000-0000-000000000000}"/>
          </ac:picMkLst>
        </pc:picChg>
      </pc:sldChg>
      <pc:sldChg chg="modSp mod">
        <pc:chgData name="Subir Bhadra" userId="7b0a5e52c2d2fb26" providerId="LiveId" clId="{32CD2339-F8E4-482A-9013-0C173CCDB5C0}" dt="2025-04-30T16:57:55.365" v="161" actId="14100"/>
        <pc:sldMkLst>
          <pc:docMk/>
          <pc:sldMk cId="0" sldId="264"/>
        </pc:sldMkLst>
        <pc:spChg chg="mod">
          <ac:chgData name="Subir Bhadra" userId="7b0a5e52c2d2fb26" providerId="LiveId" clId="{32CD2339-F8E4-482A-9013-0C173CCDB5C0}" dt="2025-04-30T16:57:42.059" v="158" actId="1035"/>
          <ac:spMkLst>
            <pc:docMk/>
            <pc:sldMk cId="0" sldId="264"/>
            <ac:spMk id="2" creationId="{00000000-0000-0000-0000-000000000000}"/>
          </ac:spMkLst>
        </pc:spChg>
        <pc:spChg chg="mod">
          <ac:chgData name="Subir Bhadra" userId="7b0a5e52c2d2fb26" providerId="LiveId" clId="{32CD2339-F8E4-482A-9013-0C173CCDB5C0}" dt="2025-04-30T16:57:45.718" v="159" actId="14100"/>
          <ac:spMkLst>
            <pc:docMk/>
            <pc:sldMk cId="0" sldId="264"/>
            <ac:spMk id="3" creationId="{00000000-0000-0000-0000-000000000000}"/>
          </ac:spMkLst>
        </pc:spChg>
        <pc:spChg chg="mod">
          <ac:chgData name="Subir Bhadra" userId="7b0a5e52c2d2fb26" providerId="LiveId" clId="{32CD2339-F8E4-482A-9013-0C173CCDB5C0}" dt="2025-04-30T16:57:26.926" v="139" actId="1035"/>
          <ac:spMkLst>
            <pc:docMk/>
            <pc:sldMk cId="0" sldId="264"/>
            <ac:spMk id="6" creationId="{00000000-0000-0000-0000-000000000000}"/>
          </ac:spMkLst>
        </pc:spChg>
        <pc:picChg chg="mod">
          <ac:chgData name="Subir Bhadra" userId="7b0a5e52c2d2fb26" providerId="LiveId" clId="{32CD2339-F8E4-482A-9013-0C173CCDB5C0}" dt="2025-04-30T16:57:55.365" v="161" actId="14100"/>
          <ac:picMkLst>
            <pc:docMk/>
            <pc:sldMk cId="0" sldId="264"/>
            <ac:picMk id="7" creationId="{00000000-0000-0000-0000-000000000000}"/>
          </ac:picMkLst>
        </pc:picChg>
      </pc:sldChg>
      <pc:sldChg chg="modSp mod">
        <pc:chgData name="Subir Bhadra" userId="7b0a5e52c2d2fb26" providerId="LiveId" clId="{32CD2339-F8E4-482A-9013-0C173CCDB5C0}" dt="2025-04-30T17:00:11.731" v="251" actId="20577"/>
        <pc:sldMkLst>
          <pc:docMk/>
          <pc:sldMk cId="0" sldId="266"/>
        </pc:sldMkLst>
        <pc:spChg chg="mod">
          <ac:chgData name="Subir Bhadra" userId="7b0a5e52c2d2fb26" providerId="LiveId" clId="{32CD2339-F8E4-482A-9013-0C173CCDB5C0}" dt="2025-04-30T16:59:54.338" v="247" actId="1035"/>
          <ac:spMkLst>
            <pc:docMk/>
            <pc:sldMk cId="0" sldId="266"/>
            <ac:spMk id="2" creationId="{00000000-0000-0000-0000-000000000000}"/>
          </ac:spMkLst>
        </pc:spChg>
        <pc:spChg chg="mod">
          <ac:chgData name="Subir Bhadra" userId="7b0a5e52c2d2fb26" providerId="LiveId" clId="{32CD2339-F8E4-482A-9013-0C173CCDB5C0}" dt="2025-04-30T17:00:11.731" v="251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Subir Bhadra" userId="7b0a5e52c2d2fb26" providerId="LiveId" clId="{32CD2339-F8E4-482A-9013-0C173CCDB5C0}" dt="2025-04-30T17:00:54.053" v="256" actId="14100"/>
        <pc:sldMkLst>
          <pc:docMk/>
          <pc:sldMk cId="0" sldId="269"/>
        </pc:sldMkLst>
        <pc:spChg chg="mod">
          <ac:chgData name="Subir Bhadra" userId="7b0a5e52c2d2fb26" providerId="LiveId" clId="{32CD2339-F8E4-482A-9013-0C173CCDB5C0}" dt="2025-04-30T17:00:54.053" v="256" actId="14100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Subir Bhadra" userId="7b0a5e52c2d2fb26" providerId="LiveId" clId="{32CD2339-F8E4-482A-9013-0C173CCDB5C0}" dt="2025-04-30T17:04:18.403" v="298" actId="14100"/>
        <pc:sldMkLst>
          <pc:docMk/>
          <pc:sldMk cId="243817934" sldId="271"/>
        </pc:sldMkLst>
        <pc:spChg chg="mod">
          <ac:chgData name="Subir Bhadra" userId="7b0a5e52c2d2fb26" providerId="LiveId" clId="{32CD2339-F8E4-482A-9013-0C173CCDB5C0}" dt="2025-04-30T17:04:18.403" v="298" actId="14100"/>
          <ac:spMkLst>
            <pc:docMk/>
            <pc:sldMk cId="243817934" sldId="271"/>
            <ac:spMk id="3" creationId="{D8167541-4848-03C0-6771-841F68B183EB}"/>
          </ac:spMkLst>
        </pc:spChg>
      </pc:sldChg>
      <pc:sldChg chg="modSp new mod">
        <pc:chgData name="Subir Bhadra" userId="7b0a5e52c2d2fb26" providerId="LiveId" clId="{32CD2339-F8E4-482A-9013-0C173CCDB5C0}" dt="2025-04-30T17:05:33.598" v="316"/>
        <pc:sldMkLst>
          <pc:docMk/>
          <pc:sldMk cId="2447035232" sldId="272"/>
        </pc:sldMkLst>
        <pc:spChg chg="mod">
          <ac:chgData name="Subir Bhadra" userId="7b0a5e52c2d2fb26" providerId="LiveId" clId="{32CD2339-F8E4-482A-9013-0C173CCDB5C0}" dt="2025-04-30T17:02:38.013" v="260" actId="122"/>
          <ac:spMkLst>
            <pc:docMk/>
            <pc:sldMk cId="2447035232" sldId="272"/>
            <ac:spMk id="2" creationId="{E2AC6581-D32E-7EB5-63AE-E0198AB89C7A}"/>
          </ac:spMkLst>
        </pc:spChg>
        <pc:spChg chg="mod">
          <ac:chgData name="Subir Bhadra" userId="7b0a5e52c2d2fb26" providerId="LiveId" clId="{32CD2339-F8E4-482A-9013-0C173CCDB5C0}" dt="2025-04-30T17:05:33.598" v="316"/>
          <ac:spMkLst>
            <pc:docMk/>
            <pc:sldMk cId="2447035232" sldId="272"/>
            <ac:spMk id="3" creationId="{EEACD581-71E4-FEF8-0C30-D6CD30C6F44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3B5ABFB3-7149-4224-945B-87718ACEFF6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CA2EB09-8930-49AB-B6F4-564C306AF23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FB3-7149-4224-945B-87718ACEFF6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2EB09-8930-49AB-B6F4-564C306AF23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FB3-7149-4224-945B-87718ACEFF6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2EB09-8930-49AB-B6F4-564C306AF23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FB3-7149-4224-945B-87718ACEFF6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2EB09-8930-49AB-B6F4-564C306AF23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FB3-7149-4224-945B-87718ACEFF6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2EB09-8930-49AB-B6F4-564C306AF23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FB3-7149-4224-945B-87718ACEFF6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2EB09-8930-49AB-B6F4-564C306AF23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FB3-7149-4224-945B-87718ACEFF6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2EB09-8930-49AB-B6F4-564C306AF23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FB3-7149-4224-945B-87718ACEFF6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2EB09-8930-49AB-B6F4-564C306AF23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FB3-7149-4224-945B-87718ACEFF6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2EB09-8930-49AB-B6F4-564C306AF23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FB3-7149-4224-945B-87718ACEFF6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2EB09-8930-49AB-B6F4-564C306AF23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FB3-7149-4224-945B-87718ACEFF6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2EB09-8930-49AB-B6F4-564C306AF23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3B5ABFB3-7149-4224-945B-87718ACEFF69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1CA2EB09-8930-49AB-B6F4-564C306AF23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99C37-F850-222D-BF25-9E7A3E69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B214A-CED8-7406-194E-B074F1442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270"/>
            <a:ext cx="10515600" cy="559435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Roadmap of the Future Work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A9780-2059-563B-91CC-20FF4BE8B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0394"/>
            <a:ext cx="10261922" cy="589292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sz="1700" b="1" dirty="0"/>
              <a:t>Proposed works for 7</a:t>
            </a:r>
            <a:r>
              <a:rPr lang="en-US" altLang="en-US" sz="1700" b="1" baseline="30000" dirty="0"/>
              <a:t>th</a:t>
            </a:r>
            <a:r>
              <a:rPr lang="en-US" altLang="en-US" sz="1700" b="1" dirty="0"/>
              <a:t> semester: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Expand the Plant Disease Detection model to include more plant categories.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 model performance using advanced CNNs like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EfficientNet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IoT-based real-time soil and environmental sensing using Raspberry Pi or Arduino.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 an embedded sensor network for dynamic crop recommendations.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 a low-cost device with regional language support and simple UX for farmers.</a:t>
            </a:r>
          </a:p>
          <a:p>
            <a:pPr marL="0" indent="0" algn="just">
              <a:buNone/>
            </a:pPr>
            <a:endParaRPr lang="en-US" altLang="en-US" sz="1700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sz="1700" b="1" dirty="0"/>
              <a:t>Proposed works for 8</a:t>
            </a:r>
            <a:r>
              <a:rPr lang="en-US" altLang="en-US" sz="1700" b="1" baseline="30000" dirty="0"/>
              <a:t>th</a:t>
            </a:r>
            <a:r>
              <a:rPr lang="en-US" altLang="en-US" sz="1700" b="1" dirty="0"/>
              <a:t> semester: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Begin full-scale deployment of the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AgroCare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backend with a responsive, cross-platform frontend.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Host the application on cloud platforms like AWS or GCP.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 secure user authentication for all system users.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 comprehensive dashboards for farmers and admins.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Publish a research paper based on the project outcomes.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Finalize key deliverables including a </a:t>
            </a:r>
            <a:r>
              <a:rPr lang="en-US" altLang="en-US" sz="1700" dirty="0">
                <a:latin typeface="Arial" panose="020B0604020202020204" pitchFamily="34" charset="0"/>
              </a:rPr>
              <a:t>web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app, IoT kits.</a:t>
            </a:r>
          </a:p>
        </p:txBody>
      </p:sp>
    </p:spTree>
    <p:extLst>
      <p:ext uri="{BB962C8B-B14F-4D97-AF65-F5344CB8AC3E}">
        <p14:creationId xmlns:p14="http://schemas.microsoft.com/office/powerpoint/2010/main" val="1516849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D2AAE-1A8E-ECF7-7538-611ED4E17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6908C-BEE0-FD1C-1EAF-FA4A00678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270"/>
            <a:ext cx="10515600" cy="559435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Roadmap of the Future Work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3B955-C7AB-E240-CBA6-6EB8F2428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664" y="919024"/>
            <a:ext cx="10261922" cy="583402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The project </a:t>
            </a:r>
            <a:r>
              <a:rPr lang="en-US" sz="2000" b="0" i="0" dirty="0" err="1">
                <a:effectLst/>
              </a:rPr>
              <a:t>AgroCare</a:t>
            </a:r>
            <a:r>
              <a:rPr lang="en-US" sz="2000" b="0" i="0" dirty="0">
                <a:effectLst/>
              </a:rPr>
              <a:t> demonstrates the power of Artificial Intelligence, IoT, and Data Science in transforming traditional agriculture into smart and sustainable farming.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Through Plant Disease Detection and Crop Recommendation, it empowers farmers to make informed decisions, ensuring higher yield, reduced crop loss, and better resource utilization.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The integration of real-time hardware sensors and AI models bridges the gap between technology and grassroots farming needs.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By planning future enhancements such as mobile apps, cloud-based analytics, and expanded functionalities, </a:t>
            </a:r>
            <a:r>
              <a:rPr lang="en-US" sz="2000" b="0" i="0" dirty="0" err="1">
                <a:effectLst/>
              </a:rPr>
              <a:t>AgroCare</a:t>
            </a:r>
            <a:r>
              <a:rPr lang="en-US" sz="2000" b="0" i="0" dirty="0">
                <a:effectLst/>
              </a:rPr>
              <a:t> moves closer to becoming a comprehensive smart farming solution.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Ultimately, this project aims to support farmers, boost agricultural productivity, and contribute to global food security through innovative, accessible technology.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9484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References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CD87C07-EF29-B056-C047-EF2FD847E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208" y="1091353"/>
            <a:ext cx="1079917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dirty="0"/>
              <a:t>1. Tisdale, S. L., Nelson, W. L., Beaton, J. D., &amp; Havlin, J. L. (1999). Soil Fertility and Fertilizers (5th ed.). Prentice Hall.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IN" sz="20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dirty="0"/>
              <a:t>2. FAO(</a:t>
            </a:r>
            <a:r>
              <a:rPr lang="en-IN" sz="2000" dirty="0" err="1"/>
              <a:t>FoodandAgriculture</a:t>
            </a:r>
            <a:r>
              <a:rPr lang="en-IN" sz="2000" dirty="0"/>
              <a:t> Organization). (2021). Guidelines for Soil and Plant Analysis.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IN" sz="20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dirty="0"/>
              <a:t>3. University of Minnesota Extension. "Best practices for apple tree planting and care." extension.umn.edu.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IN" sz="20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dirty="0"/>
              <a:t>4. Stack Overflow. "Best practices for frontend-backend integration and deployment."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IN" sz="20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dirty="0"/>
              <a:t>5. </a:t>
            </a:r>
            <a:r>
              <a:rPr lang="en-IN" sz="2000" dirty="0" err="1"/>
              <a:t>AWSDocumentation</a:t>
            </a:r>
            <a:r>
              <a:rPr lang="en-IN" sz="2000" dirty="0"/>
              <a:t>. "Deploying Web Applications with Elastic Beanstalk."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dirty="0"/>
              <a:t>6. </a:t>
            </a:r>
            <a:r>
              <a:rPr lang="en-IN" sz="2000" dirty="0" err="1"/>
              <a:t>MDNWebDocs</a:t>
            </a:r>
            <a:r>
              <a:rPr lang="en-IN" sz="2000" dirty="0"/>
              <a:t>."Frontend </a:t>
            </a:r>
            <a:r>
              <a:rPr lang="en-IN" sz="2000" dirty="0" err="1"/>
              <a:t>andBackend</a:t>
            </a:r>
            <a:r>
              <a:rPr lang="en-IN" sz="2000" dirty="0"/>
              <a:t> </a:t>
            </a:r>
            <a:r>
              <a:rPr lang="en-IN" sz="2000" dirty="0" err="1"/>
              <a:t>CommunicationBasics</a:t>
            </a:r>
            <a:r>
              <a:rPr lang="en-IN" sz="2000" dirty="0"/>
              <a:t>."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IN" sz="20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dirty="0"/>
              <a:t>7. Nikhil, U. V., Pandiyan, A. M., Raja, S. P., &amp; </a:t>
            </a:r>
            <a:r>
              <a:rPr lang="en-IN" sz="2000" dirty="0" err="1"/>
              <a:t>Stamenkovic</a:t>
            </a:r>
            <a:r>
              <a:rPr lang="en-IN" sz="2000" dirty="0"/>
              <a:t>, Z. (2024). Machine learning-based crop yield prediction in south </a:t>
            </a:r>
            <a:r>
              <a:rPr lang="en-IN" sz="2000" dirty="0" err="1"/>
              <a:t>india</a:t>
            </a:r>
            <a:r>
              <a:rPr lang="en-IN" sz="2000" dirty="0"/>
              <a:t>: performance analysis of various models. Computers, 13(6), 137.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6326505"/>
          </a:xfrm>
        </p:spPr>
        <p:txBody>
          <a:bodyPr/>
          <a:lstStyle/>
          <a:p>
            <a:pPr algn="ctr"/>
            <a:r>
              <a:rPr lang="en-US" sz="7200" b="1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452</Words>
  <Application>Microsoft Office PowerPoint</Application>
  <PresentationFormat>Widescreen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Blue Waves</vt:lpstr>
      <vt:lpstr>Roadmap of the Future Work</vt:lpstr>
      <vt:lpstr>Roadmap of the 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Rounak Singh</dc:creator>
  <cp:lastModifiedBy>CSE-22-14 Sandipan Rakshit</cp:lastModifiedBy>
  <cp:revision>16</cp:revision>
  <dcterms:created xsi:type="dcterms:W3CDTF">2025-04-30T13:52:00Z</dcterms:created>
  <dcterms:modified xsi:type="dcterms:W3CDTF">2025-05-03T14:34:22Z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078E6CF41F0643F79D3744F9EAA4B2E4_12</vt:lpwstr>
  </property>
  <property fmtid="{D5CDD505-2E9C-101B-9397-08002B2CF9AE}" pid="3" name="KSOProductBuildVer">
    <vt:lpwstr>1033-12.2.0.20795</vt:lpwstr>
  </property>
</Properties>
</file>